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a2b9df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a2b9d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a2b9df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a2b9df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y(t)=v^2/g*ln(cosh(gt/v_T))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1dd49ae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1dd49ae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y(t)=v^2/g*ln(cosh(gt/v_T))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1a2b9dfc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1a2b9df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1a2b9dfc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1a2b9dfc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1a2b9dfc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1a2b9dfc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a2b9dfc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1a2b9dfc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1dd49aec0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1dd49aec0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1dd49aec0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1dd49aec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1dd49aec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1dd49aec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dd49aec0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1dd49aec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dd49aec0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1dd49aec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1dd49aec0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1dd49aec0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1dd49aec0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1dd49aec0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1a2b9dfc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1a2b9dfc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1a2b9dfc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1a2b9dfc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bf5PHmZsRyxZ3_XIQRCRwairoY6UEwfS/view" TargetMode="External"/><Relationship Id="rId4" Type="http://schemas.openxmlformats.org/officeDocument/2006/relationships/image" Target="../media/image3.jpg"/><Relationship Id="rId5" Type="http://schemas.openxmlformats.org/officeDocument/2006/relationships/hyperlink" Target="http://drive.google.com/file/d/1PR4dJ1DptQEXg8JqvYPQ5r8rnuDHAFYn/view" TargetMode="External"/><Relationship Id="rId6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engineeringtoolbox.com/drag-coefficient-d_627.html" TargetMode="External"/><Relationship Id="rId4" Type="http://schemas.openxmlformats.org/officeDocument/2006/relationships/hyperlink" Target="https://www1.grc.nasa.gov/beginners-guide-to-aeronautics/shape-effects-on-drag/" TargetMode="External"/><Relationship Id="rId5" Type="http://schemas.openxmlformats.org/officeDocument/2006/relationships/hyperlink" Target="https://www1.grc.nasa.gov/beginners-guide-to-aeronautics/falling-object-with-air-resistan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Free Fall and Influence of Air Resistance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Andrejs Cvečkovskis, Rauls Poļs, Jēkabs Priedītis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Aim of the Project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41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Accurately tracking the free fall of various objects by using image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Investigating the influence of air resistance on free fall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Evaluating the difference between the effect of air resistance on various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Assessing the suitability and limitations of video analysis for physical experiments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Background: Modelling Free Fall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63475"/>
            <a:ext cx="174307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2475300" y="1923500"/>
            <a:ext cx="20400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Drag coefficient </a:t>
            </a:r>
            <a:r>
              <a:rPr i="1" lang="en-GB" sz="1800">
                <a:solidFill>
                  <a:schemeClr val="dk2"/>
                </a:solidFill>
              </a:rPr>
              <a:t>b</a:t>
            </a:r>
            <a:r>
              <a:rPr lang="en-GB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5300" y="1859775"/>
            <a:ext cx="143813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475300" y="2630875"/>
            <a:ext cx="33792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Terminal velocity V</a:t>
            </a:r>
            <a:r>
              <a:rPr lang="en-GB" sz="1000">
                <a:solidFill>
                  <a:schemeClr val="dk2"/>
                </a:solidFill>
              </a:rPr>
              <a:t>T</a:t>
            </a:r>
            <a:r>
              <a:rPr lang="en-GB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3375" y="1152486"/>
            <a:ext cx="1996765" cy="42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5100" y="2473950"/>
            <a:ext cx="2852100" cy="77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6325" y="3247400"/>
            <a:ext cx="2789675" cy="8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2475300" y="3497075"/>
            <a:ext cx="24855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Position of the object: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Theoretical Background: Shape Effects on Drag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995" y="1152475"/>
            <a:ext cx="409968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Experimental Setup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Five different objects dropped from a </a:t>
            </a:r>
            <a:r>
              <a:rPr lang="en-GB"/>
              <a:t>height of 2.5 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Uniform yellow background to improve contrast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Videos recorded at 4K resolution, 60 FPS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Each object dropped five times for statistical reliability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Sample Video 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 title="lodite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7000" y="96438"/>
            <a:ext cx="350000" cy="4950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 title="putuplasts2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7175" y="96450"/>
            <a:ext cx="479557" cy="495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Processing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100" y="1017725"/>
            <a:ext cx="4706875" cy="392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247864" y="1106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lang="en-GB"/>
              <a:t>g - time relationship for selected sphere measurement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Average g = [9.7 m/s</a:t>
            </a:r>
            <a:r>
              <a:rPr baseline="30000" lang="en-GB">
                <a:solidFill>
                  <a:schemeClr val="dk1"/>
                </a:solidFill>
              </a:rPr>
              <a:t>2</a:t>
            </a:r>
            <a:r>
              <a:rPr lang="en-GB"/>
              <a:t> ]  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225" y="1777725"/>
            <a:ext cx="4680999" cy="336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Sphere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352" y="1552325"/>
            <a:ext cx="5335326" cy="38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Small disk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852" y="1627975"/>
            <a:ext cx="4814324" cy="35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Medium-sized</a:t>
            </a:r>
            <a:r>
              <a:rPr lang="en-GB"/>
              <a:t> disk</a:t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650" y="2066825"/>
            <a:ext cx="4247925" cy="30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Large disk</a:t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250" y="1312225"/>
            <a:ext cx="5246749" cy="383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Hemisphere (spherical side downwards vs. upwards)</a:t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65521"/>
            <a:ext cx="4431901" cy="3236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525" y="1965525"/>
            <a:ext cx="4525398" cy="330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3903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4648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Very light foam plastic ball</a:t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350" y="1831550"/>
            <a:ext cx="4187801" cy="2340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31557"/>
            <a:ext cx="4187801" cy="234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Plastic bag</a:t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9175" y="1828375"/>
            <a:ext cx="4144999" cy="231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300" y="1828450"/>
            <a:ext cx="4144999" cy="231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Differences </a:t>
            </a:r>
            <a:r>
              <a:rPr lang="en-GB"/>
              <a:t>in fall behavior reflect the influence of object geometry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Current methodology produces </a:t>
            </a:r>
            <a:r>
              <a:rPr lang="en-GB"/>
              <a:t>quantitative</a:t>
            </a:r>
            <a:r>
              <a:rPr lang="en-GB"/>
              <a:t> inaccuracies, but captures overall physical trends.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Limited frame rate and blurry video - primary sources of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Despite limitations, video analysis mostly successfully captured non-ideal free fall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https://www.engineeringtoolbox.com/drag-coefficient-d_627.html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https://www1.grc.nasa.gov/beginners-guide-to-aeronautics/shape-effects-on-drag/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https://www1.grc.nasa.gov/beginners-guide-to-aeronautics/falling-object-with-air-resistance/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https://fsacta.weebly.com/drag.html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